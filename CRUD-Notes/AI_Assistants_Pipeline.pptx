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320040"/>
            <a:ext cx="1645920" cy="82296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Assistant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Requirement Writer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011680"/>
            <a:ext cx="10058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400"/>
              </a:spcAft>
            </a:pPr>
            <a:r>
              <a:rPr sz="2000" b="1">
                <a:solidFill>
                  <a:srgbClr val="3498DB"/>
                </a:solidFill>
              </a:rPr>
              <a:t>▸  </a:t>
            </a:r>
            <a:r>
              <a:rPr sz="2000">
                <a:solidFill>
                  <a:srgbClr val="444444"/>
                </a:solidFill>
              </a:rPr>
              <a:t>Reads and updates requirements in Confluence Notes App page.</a:t>
            </a:r>
          </a:p>
          <a:p>
            <a:pPr>
              <a:spcBef>
                <a:spcPts val="600"/>
              </a:spcBef>
              <a:spcAft>
                <a:spcPts val="1400"/>
              </a:spcAft>
            </a:pPr>
            <a:r>
              <a:rPr sz="2000" b="1">
                <a:solidFill>
                  <a:srgbClr val="3498DB"/>
                </a:solidFill>
              </a:rPr>
              <a:t>▸  </a:t>
            </a:r>
            <a:r>
              <a:rPr sz="2000">
                <a:solidFill>
                  <a:srgbClr val="444444"/>
                </a:solidFill>
              </a:rPr>
              <a:t>Ensures professional and neat formatting.</a:t>
            </a:r>
          </a:p>
          <a:p>
            <a:pPr>
              <a:spcBef>
                <a:spcPts val="600"/>
              </a:spcBef>
              <a:spcAft>
                <a:spcPts val="1400"/>
              </a:spcAft>
            </a:pPr>
            <a:r>
              <a:rPr sz="2000" b="1">
                <a:solidFill>
                  <a:srgbClr val="3498DB"/>
                </a:solidFill>
              </a:rPr>
              <a:t>▸  </a:t>
            </a:r>
            <a:r>
              <a:rPr sz="2000">
                <a:solidFill>
                  <a:srgbClr val="444444"/>
                </a:solidFill>
              </a:rPr>
              <a:t>Removes special characters from requirements.</a:t>
            </a:r>
          </a:p>
          <a:p>
            <a:pPr>
              <a:spcBef>
                <a:spcPts val="600"/>
              </a:spcBef>
              <a:spcAft>
                <a:spcPts val="1400"/>
              </a:spcAft>
            </a:pPr>
            <a:r>
              <a:rPr sz="2000" b="1">
                <a:solidFill>
                  <a:srgbClr val="3498DB"/>
                </a:solidFill>
              </a:rPr>
              <a:t>▸  </a:t>
            </a:r>
            <a:r>
              <a:rPr sz="2000">
                <a:solidFill>
                  <a:srgbClr val="444444"/>
                </a:solidFill>
              </a:rPr>
              <a:t>Provides update link after successful changes.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320040"/>
            <a:ext cx="1645920" cy="82296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Assistant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Gap Analyser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011680"/>
            <a:ext cx="10058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400"/>
              </a:spcAft>
            </a:pPr>
            <a:r>
              <a:rPr sz="2000" b="1">
                <a:solidFill>
                  <a:srgbClr val="3498DB"/>
                </a:solidFill>
              </a:rPr>
              <a:t>▸  </a:t>
            </a:r>
            <a:r>
              <a:rPr sz="2000">
                <a:solidFill>
                  <a:srgbClr val="444444"/>
                </a:solidFill>
              </a:rPr>
              <a:t>Acts as an experienced architect.</a:t>
            </a:r>
          </a:p>
          <a:p>
            <a:pPr>
              <a:spcBef>
                <a:spcPts val="600"/>
              </a:spcBef>
              <a:spcAft>
                <a:spcPts val="1400"/>
              </a:spcAft>
            </a:pPr>
            <a:r>
              <a:rPr sz="2000" b="1">
                <a:solidFill>
                  <a:srgbClr val="3498DB"/>
                </a:solidFill>
              </a:rPr>
              <a:t>▸  </a:t>
            </a:r>
            <a:r>
              <a:rPr sz="2000">
                <a:solidFill>
                  <a:srgbClr val="444444"/>
                </a:solidFill>
              </a:rPr>
              <a:t>Compares business requirements with application HTML.</a:t>
            </a:r>
          </a:p>
          <a:p>
            <a:pPr>
              <a:spcBef>
                <a:spcPts val="600"/>
              </a:spcBef>
              <a:spcAft>
                <a:spcPts val="1400"/>
              </a:spcAft>
            </a:pPr>
            <a:r>
              <a:rPr sz="2000" b="1">
                <a:solidFill>
                  <a:srgbClr val="3498DB"/>
                </a:solidFill>
              </a:rPr>
              <a:t>▸  </a:t>
            </a:r>
            <a:r>
              <a:rPr sz="2000">
                <a:solidFill>
                  <a:srgbClr val="444444"/>
                </a:solidFill>
              </a:rPr>
              <a:t>Identifies gaps and documents them in Confluence Gaps page.</a:t>
            </a:r>
          </a:p>
          <a:p>
            <a:pPr>
              <a:spcBef>
                <a:spcPts val="600"/>
              </a:spcBef>
              <a:spcAft>
                <a:spcPts val="1400"/>
              </a:spcAft>
            </a:pPr>
            <a:r>
              <a:rPr sz="2000" b="1">
                <a:solidFill>
                  <a:srgbClr val="3498DB"/>
                </a:solidFill>
              </a:rPr>
              <a:t>▸  </a:t>
            </a:r>
            <a:r>
              <a:rPr sz="2000">
                <a:solidFill>
                  <a:srgbClr val="444444"/>
                </a:solidFill>
              </a:rPr>
              <a:t>Content is prepared for user story creation by the next agent.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320040"/>
            <a:ext cx="1645920" cy="82296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Assistant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User Story Generator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011680"/>
            <a:ext cx="10058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400"/>
              </a:spcAft>
            </a:pPr>
            <a:r>
              <a:rPr sz="2000" b="1">
                <a:solidFill>
                  <a:srgbClr val="3498DB"/>
                </a:solidFill>
              </a:rPr>
              <a:t>▸  </a:t>
            </a:r>
            <a:r>
              <a:rPr sz="2000">
                <a:solidFill>
                  <a:srgbClr val="444444"/>
                </a:solidFill>
              </a:rPr>
              <a:t>Reads gaps from Confluence Gaps page.</a:t>
            </a:r>
          </a:p>
          <a:p>
            <a:pPr>
              <a:spcBef>
                <a:spcPts val="600"/>
              </a:spcBef>
              <a:spcAft>
                <a:spcPts val="1400"/>
              </a:spcAft>
            </a:pPr>
            <a:r>
              <a:rPr sz="2000" b="1">
                <a:solidFill>
                  <a:srgbClr val="3498DB"/>
                </a:solidFill>
              </a:rPr>
              <a:t>▸  </a:t>
            </a:r>
            <a:r>
              <a:rPr sz="2000">
                <a:solidFill>
                  <a:srgbClr val="444444"/>
                </a:solidFill>
              </a:rPr>
              <a:t>Generates Jira user stories with prefix 'codemie'.</a:t>
            </a:r>
          </a:p>
          <a:p>
            <a:pPr>
              <a:spcBef>
                <a:spcPts val="600"/>
              </a:spcBef>
              <a:spcAft>
                <a:spcPts val="1400"/>
              </a:spcAft>
            </a:pPr>
            <a:r>
              <a:rPr sz="2000" b="1">
                <a:solidFill>
                  <a:srgbClr val="3498DB"/>
                </a:solidFill>
              </a:rPr>
              <a:t>▸  </a:t>
            </a:r>
            <a:r>
              <a:rPr sz="2000">
                <a:solidFill>
                  <a:srgbClr val="444444"/>
                </a:solidFill>
              </a:rPr>
              <a:t>Updates the same Jira story each time (no new stories).</a:t>
            </a:r>
          </a:p>
          <a:p>
            <a:pPr>
              <a:spcBef>
                <a:spcPts val="600"/>
              </a:spcBef>
              <a:spcAft>
                <a:spcPts val="1400"/>
              </a:spcAft>
            </a:pPr>
            <a:r>
              <a:rPr sz="2000" b="1">
                <a:solidFill>
                  <a:srgbClr val="3498DB"/>
                </a:solidFill>
              </a:rPr>
              <a:t>▸  </a:t>
            </a:r>
            <a:r>
              <a:rPr sz="2000">
                <a:solidFill>
                  <a:srgbClr val="444444"/>
                </a:solidFill>
              </a:rPr>
              <a:t>Ensures stories are ready for development.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320040"/>
            <a:ext cx="1645920" cy="82296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Assistant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Plan and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011680"/>
            <a:ext cx="10058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400"/>
              </a:spcAft>
            </a:pPr>
            <a:r>
              <a:rPr sz="2000" b="1">
                <a:solidFill>
                  <a:srgbClr val="3498DB"/>
                </a:solidFill>
              </a:rPr>
              <a:t>▸  </a:t>
            </a:r>
            <a:r>
              <a:rPr sz="2000">
                <a:solidFill>
                  <a:srgbClr val="444444"/>
                </a:solidFill>
              </a:rPr>
              <a:t>Selects top 3 gaps for implementation.</a:t>
            </a:r>
          </a:p>
          <a:p>
            <a:pPr>
              <a:spcBef>
                <a:spcPts val="600"/>
              </a:spcBef>
              <a:spcAft>
                <a:spcPts val="1400"/>
              </a:spcAft>
            </a:pPr>
            <a:r>
              <a:rPr sz="2000" b="1">
                <a:solidFill>
                  <a:srgbClr val="3498DB"/>
                </a:solidFill>
              </a:rPr>
              <a:t>▸  </a:t>
            </a:r>
            <a:r>
              <a:rPr sz="2000">
                <a:solidFill>
                  <a:srgbClr val="444444"/>
                </a:solidFill>
              </a:rPr>
              <a:t>Creates a plan for these gaps in Confluence Plan page.</a:t>
            </a:r>
          </a:p>
          <a:p>
            <a:pPr>
              <a:spcBef>
                <a:spcPts val="600"/>
              </a:spcBef>
              <a:spcAft>
                <a:spcPts val="1400"/>
              </a:spcAft>
            </a:pPr>
            <a:r>
              <a:rPr sz="2000" b="1">
                <a:solidFill>
                  <a:srgbClr val="3498DB"/>
                </a:solidFill>
              </a:rPr>
              <a:t>▸  </a:t>
            </a:r>
            <a:r>
              <a:rPr sz="2000">
                <a:solidFill>
                  <a:srgbClr val="444444"/>
                </a:solidFill>
              </a:rPr>
              <a:t>Designs architecture flow charts for the gaps in Confluence Design page.</a:t>
            </a:r>
          </a:p>
          <a:p>
            <a:pPr>
              <a:spcBef>
                <a:spcPts val="600"/>
              </a:spcBef>
              <a:spcAft>
                <a:spcPts val="1400"/>
              </a:spcAft>
            </a:pPr>
            <a:r>
              <a:rPr sz="2000" b="1">
                <a:solidFill>
                  <a:srgbClr val="3498DB"/>
                </a:solidFill>
              </a:rPr>
              <a:t>▸  </a:t>
            </a:r>
            <a:r>
              <a:rPr sz="2000">
                <a:solidFill>
                  <a:srgbClr val="444444"/>
                </a:solidFill>
              </a:rPr>
              <a:t>Updates content in the same pages each time.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320040"/>
            <a:ext cx="1645920" cy="82296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Assistant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Develop Assistant (Claude)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011680"/>
            <a:ext cx="10058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400"/>
              </a:spcAft>
            </a:pPr>
            <a:r>
              <a:rPr sz="2000" b="1">
                <a:solidFill>
                  <a:srgbClr val="3498DB"/>
                </a:solidFill>
              </a:rPr>
              <a:t>▸  </a:t>
            </a:r>
            <a:r>
              <a:rPr sz="2000">
                <a:solidFill>
                  <a:srgbClr val="444444"/>
                </a:solidFill>
              </a:rPr>
              <a:t>Develops features based on gaps and user stories.</a:t>
            </a:r>
          </a:p>
          <a:p>
            <a:pPr>
              <a:spcBef>
                <a:spcPts val="600"/>
              </a:spcBef>
              <a:spcAft>
                <a:spcPts val="1400"/>
              </a:spcAft>
            </a:pPr>
            <a:r>
              <a:rPr sz="2000" b="1">
                <a:solidFill>
                  <a:srgbClr val="3498DB"/>
                </a:solidFill>
              </a:rPr>
              <a:t>▸  </a:t>
            </a:r>
            <a:r>
              <a:rPr sz="2000">
                <a:solidFill>
                  <a:srgbClr val="444444"/>
                </a:solidFill>
              </a:rPr>
              <a:t>Refers to attached files for implementation steps.</a:t>
            </a:r>
          </a:p>
          <a:p>
            <a:pPr>
              <a:spcBef>
                <a:spcPts val="600"/>
              </a:spcBef>
              <a:spcAft>
                <a:spcPts val="1400"/>
              </a:spcAft>
            </a:pPr>
            <a:r>
              <a:rPr sz="2000" b="1">
                <a:solidFill>
                  <a:srgbClr val="3498DB"/>
                </a:solidFill>
              </a:rPr>
              <a:t>▸  </a:t>
            </a:r>
            <a:r>
              <a:rPr sz="2000">
                <a:solidFill>
                  <a:srgbClr val="444444"/>
                </a:solidFill>
              </a:rPr>
              <a:t>Handles code deployment, PR raising, merging, and feature checks.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320040"/>
            <a:ext cx="1645920" cy="82296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Assistant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Test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011680"/>
            <a:ext cx="10058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400"/>
              </a:spcAft>
            </a:pPr>
            <a:r>
              <a:rPr sz="2000" b="1">
                <a:solidFill>
                  <a:srgbClr val="3498DB"/>
                </a:solidFill>
              </a:rPr>
              <a:t>▸  </a:t>
            </a:r>
            <a:r>
              <a:rPr sz="2000">
                <a:solidFill>
                  <a:srgbClr val="444444"/>
                </a:solidFill>
              </a:rPr>
              <a:t>Waits for user approval before starting tests.</a:t>
            </a:r>
          </a:p>
          <a:p>
            <a:pPr>
              <a:spcBef>
                <a:spcPts val="600"/>
              </a:spcBef>
              <a:spcAft>
                <a:spcPts val="1400"/>
              </a:spcAft>
            </a:pPr>
            <a:r>
              <a:rPr sz="2000" b="1">
                <a:solidFill>
                  <a:srgbClr val="3498DB"/>
                </a:solidFill>
              </a:rPr>
              <a:t>▸  </a:t>
            </a:r>
            <a:r>
              <a:rPr sz="2000">
                <a:solidFill>
                  <a:srgbClr val="444444"/>
                </a:solidFill>
              </a:rPr>
              <a:t>Writes tests for top three gaps using Playwright MCP.</a:t>
            </a:r>
          </a:p>
          <a:p>
            <a:pPr>
              <a:spcBef>
                <a:spcPts val="600"/>
              </a:spcBef>
              <a:spcAft>
                <a:spcPts val="1400"/>
              </a:spcAft>
            </a:pPr>
            <a:r>
              <a:rPr sz="2000" b="1">
                <a:solidFill>
                  <a:srgbClr val="3498DB"/>
                </a:solidFill>
              </a:rPr>
              <a:t>▸  </a:t>
            </a:r>
            <a:r>
              <a:rPr sz="2000">
                <a:solidFill>
                  <a:srgbClr val="444444"/>
                </a:solidFill>
              </a:rPr>
              <a:t>Documents manual tests in Confluence in simple English/Gherkin.</a:t>
            </a:r>
          </a:p>
          <a:p>
            <a:pPr>
              <a:spcBef>
                <a:spcPts val="600"/>
              </a:spcBef>
              <a:spcAft>
                <a:spcPts val="1400"/>
              </a:spcAft>
            </a:pPr>
            <a:r>
              <a:rPr sz="2000" b="1">
                <a:solidFill>
                  <a:srgbClr val="3498DB"/>
                </a:solidFill>
              </a:rPr>
              <a:t>▸  </a:t>
            </a:r>
            <a:r>
              <a:rPr sz="2000">
                <a:solidFill>
                  <a:srgbClr val="444444"/>
                </a:solidFill>
              </a:rPr>
              <a:t>Executes tests on http://localhost:3001/ or via HTML if not accessible.</a:t>
            </a:r>
          </a:p>
          <a:p>
            <a:pPr>
              <a:spcBef>
                <a:spcPts val="600"/>
              </a:spcBef>
              <a:spcAft>
                <a:spcPts val="1400"/>
              </a:spcAft>
            </a:pPr>
            <a:r>
              <a:rPr sz="2000" b="1">
                <a:solidFill>
                  <a:srgbClr val="3498DB"/>
                </a:solidFill>
              </a:rPr>
              <a:t>▸  </a:t>
            </a:r>
            <a:r>
              <a:rPr sz="2000">
                <a:solidFill>
                  <a:srgbClr val="444444"/>
                </a:solidFill>
              </a:rPr>
              <a:t>Saves Playwright report with screenshots and results in Confluence.</a:t>
            </a:r>
          </a:p>
          <a:p>
            <a:pPr>
              <a:spcBef>
                <a:spcPts val="600"/>
              </a:spcBef>
              <a:spcAft>
                <a:spcPts val="1400"/>
              </a:spcAft>
            </a:pPr>
            <a:r>
              <a:rPr sz="2000" b="1">
                <a:solidFill>
                  <a:srgbClr val="3498DB"/>
                </a:solidFill>
              </a:rPr>
              <a:t>▸  </a:t>
            </a:r>
            <a:r>
              <a:rPr sz="2000">
                <a:solidFill>
                  <a:srgbClr val="444444"/>
                </a:solidFill>
              </a:rPr>
              <a:t>Uses Playwright MCP for all testing tasks.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